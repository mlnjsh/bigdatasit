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6" r:id="rId51"/>
    <p:sldId id="307" r:id="rId52"/>
    <p:sldId id="308" r:id="rId53"/>
    <p:sldId id="309" r:id="rId54"/>
    <p:sldId id="310" r:id="rId55"/>
    <p:sldId id="311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8000-B223-4891-801E-05CB34312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B474F-2769-48FF-B0F4-0F4CFA70C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810A7-AB3E-402D-91FC-1BF41179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9352-062B-481F-BDB6-D273F3EA1666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6C8DD-D71F-4830-A3F3-3062A8B30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635D0-4E74-4BCD-908F-13A10A268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8890A-5E37-483B-AE6C-088DABEC1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775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29BF-D414-4725-843D-C9D6899D2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7E7F3-643A-47EE-BD32-5A7A4683E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0A671-D174-49D1-807C-1CC5F732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9352-062B-481F-BDB6-D273F3EA1666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A6F2A-481C-42CA-878E-F0F574D9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D54F8-968F-4308-A164-BF3FDC837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8890A-5E37-483B-AE6C-088DABEC1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2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8CB3-2CC6-453B-A4F6-6E3C77C72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C0784-DC3D-4A55-87F3-ED9DBDAED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2768B-6F1B-474A-BA6F-83AEB0503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9352-062B-481F-BDB6-D273F3EA1666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25CD8-2324-4709-81E7-22367C510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E55F2-7142-4E73-B44D-EF90053B1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8890A-5E37-483B-AE6C-088DABEC1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65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AB189-A57F-428E-86DF-1B123D0D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3C831-B1E7-486F-B380-5F32E293D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CA1AE-B341-4104-A09B-F67BCD499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34F04-B82B-4B4F-914A-C3B87D821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9352-062B-481F-BDB6-D273F3EA1666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D46E4-25C4-4A94-B642-ED15A61A9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AEDE8-4496-4677-8955-9EA17C06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8890A-5E37-483B-AE6C-088DABEC1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53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21076-80E0-4119-98B9-A5EC31A4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D3646-96CB-47FE-AA18-633EC93CF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C882B-035E-46FF-B28C-9FF7D164F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1CC20-E9FE-46A3-A3F3-7A346F6C0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886D63-B5BB-4E09-99A8-EF47D0D1DC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0307BA-C195-4E46-B85E-4C7ECF63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9352-062B-481F-BDB6-D273F3EA1666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2B46DB-75B5-4ED7-A1C4-26AD1CE1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2A224C-5BA0-43E9-BFF3-CF1188B7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8890A-5E37-483B-AE6C-088DABEC1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2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DFC-B244-4434-9753-62A607C6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8AEE4E-A2F5-44BA-89F3-B17CE9F80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9352-062B-481F-BDB6-D273F3EA1666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56E0C-083E-4569-A237-C2B924BD1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0775A2-37B7-47BA-8FBC-9237BE3D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8890A-5E37-483B-AE6C-088DABEC1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616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5217E-4C07-422D-B9EF-47105B7D2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9352-062B-481F-BDB6-D273F3EA1666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2F83DF-3E42-496F-93D5-8559AF28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D9EC3-5365-4958-8865-4AC16973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8890A-5E37-483B-AE6C-088DABEC1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1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6F885-7A3B-4F8D-81DA-6B1E6885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B8A83-8049-4B32-A308-F61551C92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FE933-D89B-4AF4-A641-293B1E9AC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A8362-0E19-46A9-B230-5051638D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9352-062B-481F-BDB6-D273F3EA1666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8948E-F91E-4461-8925-5E892564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33948-C2C2-4A1E-96C8-EAB96E569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8890A-5E37-483B-AE6C-088DABEC1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271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3CCD9-B7DE-4A7F-AB12-9EEB4065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1A2F6-D9D2-4CC7-AF32-90F8A41047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2B87B-C0FE-4FAF-8752-B263BE8FF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06C98-A187-4A85-86A2-20DA1E397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9352-062B-481F-BDB6-D273F3EA1666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95EC1-0887-4745-A689-F236A7084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BC9D2-C3D7-4382-94D4-5507FD36B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8890A-5E37-483B-AE6C-088DABEC1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52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ABCD9-0412-4D57-AB46-8DA48DF6B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9DAB2-2F66-455E-98B4-D8E7E93E8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8BB0A-919F-40DF-86CA-9290FCCBC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9352-062B-481F-BDB6-D273F3EA1666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B8DF4-5542-49C3-9804-08FDDBBF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00FE-E58F-4586-B785-127F4149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8890A-5E37-483B-AE6C-088DABEC1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08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B666AC-040A-4C30-99B9-6A40F8FA3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99F5A-7CBE-49B8-9EE7-A92F43AB3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17C41-98F3-488D-ACBF-B42AAF0C3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9352-062B-481F-BDB6-D273F3EA1666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6F913-BC53-460D-9279-E0C99A6B6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34E37-5350-49BB-80CA-C37A76AF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8890A-5E37-483B-AE6C-088DABEC1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83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18015E-4FB2-4B55-9792-29FBC1613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334F6-5B50-463C-BE5E-02BF2CFD1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8E440-28FC-4D91-8C27-F683F8E38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59352-062B-481F-BDB6-D273F3EA1666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E7B66-B11D-4F43-998F-88805AD68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5D72B-0FD0-490E-ACB5-820B8CBD6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8890A-5E37-483B-AE6C-088DABEC1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642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ing.oreilly.com/library/view/big-data-in/9781119231387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32F3-AFC2-4E51-A75D-446BD24DEC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i="0" u="sng" strike="noStrike" dirty="0">
                <a:solidFill>
                  <a:srgbClr val="00B050"/>
                </a:solidFill>
                <a:effectLst/>
                <a:latin typeface="Gilro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Big Data in </a:t>
            </a:r>
            <a:r>
              <a:rPr lang="en-IN" b="1" i="0" u="sng" strike="noStrike" dirty="0">
                <a:solidFill>
                  <a:srgbClr val="00B050"/>
                </a:solidFill>
                <a:effectLst/>
                <a:latin typeface="Gilroy"/>
              </a:rPr>
              <a:t>Industry-Use Cases</a:t>
            </a:r>
            <a:br>
              <a:rPr lang="en-IN" b="1" i="0" dirty="0">
                <a:solidFill>
                  <a:srgbClr val="3D3B49"/>
                </a:solidFill>
                <a:effectLst/>
                <a:latin typeface="Gilroy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EE2F4-AFC9-48E3-876D-3B55310156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 Milan Joshi </a:t>
            </a:r>
          </a:p>
        </p:txBody>
      </p:sp>
    </p:spTree>
    <p:extLst>
      <p:ext uri="{BB962C8B-B14F-4D97-AF65-F5344CB8AC3E}">
        <p14:creationId xmlns:p14="http://schemas.microsoft.com/office/powerpoint/2010/main" val="92003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D410C3-0DD0-4113-88AF-4E41C74F0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89" y="1709282"/>
            <a:ext cx="6839905" cy="43440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AB98CE-6A3B-47CF-A38B-95FC267EAED8}"/>
              </a:ext>
            </a:extLst>
          </p:cNvPr>
          <p:cNvSpPr txBox="1"/>
          <p:nvPr/>
        </p:nvSpPr>
        <p:spPr>
          <a:xfrm>
            <a:off x="1022551" y="16929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i="0" u="sng" strike="noStrike" dirty="0">
                <a:solidFill>
                  <a:srgbClr val="00B050"/>
                </a:solidFill>
                <a:effectLst/>
                <a:latin typeface="Gilroy"/>
              </a:rPr>
              <a:t>Agenda</a:t>
            </a:r>
            <a:endParaRPr lang="en-IN" sz="4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09DC3A-0BD7-4FCB-A802-4B4A61F8389E}"/>
              </a:ext>
            </a:extLst>
          </p:cNvPr>
          <p:cNvSpPr txBox="1"/>
          <p:nvPr/>
        </p:nvSpPr>
        <p:spPr>
          <a:xfrm>
            <a:off x="1150373" y="126067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b="1" i="0" strike="noStrike" dirty="0">
                <a:solidFill>
                  <a:srgbClr val="00B0F0"/>
                </a:solidFill>
                <a:effectLst/>
                <a:latin typeface="Gilroy"/>
              </a:rPr>
              <a:t>Name of Company</a:t>
            </a:r>
            <a:endParaRPr lang="en-IN" sz="2400" dirty="0">
              <a:solidFill>
                <a:srgbClr val="00B0F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57CF59-0A1F-4DDF-B4EA-3D5E9B304806}"/>
              </a:ext>
            </a:extLst>
          </p:cNvPr>
          <p:cNvSpPr txBox="1"/>
          <p:nvPr/>
        </p:nvSpPr>
        <p:spPr>
          <a:xfrm>
            <a:off x="2890683" y="1909604"/>
            <a:ext cx="1484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strike="noStrike" dirty="0">
                <a:effectLst/>
                <a:latin typeface="Gilroy"/>
              </a:rPr>
              <a:t>of Company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4141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5FFB34-3EA8-4941-AFDC-20763066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903" y="499862"/>
            <a:ext cx="6001588" cy="6668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4ED604-74B9-41EA-8073-44CFF249A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520" y="1518971"/>
            <a:ext cx="9030960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70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97D3DF-DC08-4B23-BD99-FCEB633D5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48" y="519489"/>
            <a:ext cx="8316486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41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8A7F0-77C9-4952-83ED-DC70FF6F8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394" y="923090"/>
            <a:ext cx="8783276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047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38ECD9-62BD-4197-AD4B-F9E468B9F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178" y="1857155"/>
            <a:ext cx="8735644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72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76B439-728A-4EE6-91F2-976DD801F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2547814"/>
            <a:ext cx="8954750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7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606BEF-8259-4C6F-A25B-9B507DCB7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967" y="1990524"/>
            <a:ext cx="9250066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951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4B2EA4-7866-4AC9-B5BB-E2CEA4CA7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99" y="1971471"/>
            <a:ext cx="8249801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96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5402F4-99E9-4514-B0AB-1DD37A8F7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88" y="1623760"/>
            <a:ext cx="9488224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60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C7B043-E4C4-43AB-8D7C-543EC242E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06" y="3047947"/>
            <a:ext cx="6001588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72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F242CA-8BEC-4203-BCA7-724F5C594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82" y="1485629"/>
            <a:ext cx="10288436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61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5C61B1-F869-4CF7-BA82-2735B353C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50" y="1871445"/>
            <a:ext cx="10564699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47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28140A-1B84-43FF-9DDA-7F8D34C7D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230" y="1680918"/>
            <a:ext cx="9059539" cy="34961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27D432-86B4-4850-9694-44AB19A31E6D}"/>
              </a:ext>
            </a:extLst>
          </p:cNvPr>
          <p:cNvSpPr txBox="1"/>
          <p:nvPr/>
        </p:nvSpPr>
        <p:spPr>
          <a:xfrm>
            <a:off x="619431" y="6048146"/>
            <a:ext cx="10166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Instead of just "Romantic Comedy," a micro-genre could be "Romantic Comedies Featuring Time Travel."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6110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A72A9C-9CE9-416E-B270-3CBE33154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88" y="1990524"/>
            <a:ext cx="9488224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77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1462FA-38EF-4954-980F-84A588D5A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87" y="2204866"/>
            <a:ext cx="9850225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895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190684-4404-4851-98F3-A60FC7850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00" y="2414446"/>
            <a:ext cx="7525800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778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A41999-1D48-48A8-887D-4176D3E63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2385867"/>
            <a:ext cx="8716591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278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BA4BF0-2E0D-49FD-9194-EAF97DA0A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0" y="2128656"/>
            <a:ext cx="7344800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249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B41FDE-76CE-4177-AF23-35331E32F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151" y="2376340"/>
            <a:ext cx="8935697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28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31E61C-8B4C-49A3-930C-98FF52647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233" y="3224184"/>
            <a:ext cx="5439534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3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184E42-5EA4-4974-8E64-DC76D47CE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09" y="2471604"/>
            <a:ext cx="8821381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78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D274DC-CE92-47CF-A831-80D24E667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88" y="2462077"/>
            <a:ext cx="9669224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91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23B1DC-431A-44B1-A8FD-A11028647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03" y="1252233"/>
            <a:ext cx="9802593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48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32C23A-7ED1-43F1-8EE3-21540F675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62" y="1571366"/>
            <a:ext cx="9602540" cy="1857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E8B06A-5866-4219-8BB5-B4ECB8C37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62" y="3769288"/>
            <a:ext cx="9459645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09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63E809-6AF3-4D56-9337-34C2119D2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3" y="2247735"/>
            <a:ext cx="9955014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31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E4A502-9964-4037-AC19-8C68E3D29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1557076"/>
            <a:ext cx="8716591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70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598F9B-E894-4BA6-9A0E-054E66077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88" y="2166761"/>
            <a:ext cx="9488224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466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028613-BAD6-402A-8A31-12E6FC255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45" y="2404919"/>
            <a:ext cx="9735909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8758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4DF495-80B1-49D7-AA24-45AE95227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733" y="3214657"/>
            <a:ext cx="4534533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15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290BE-F7CC-4B90-9DC5-3BC118209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09" y="1676155"/>
            <a:ext cx="9183382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18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C93363-E177-4AE3-BA90-F5E0FC2CD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177" y="1747603"/>
            <a:ext cx="9097645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7971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FCC5F8-97F3-48D8-B243-4813C8204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941" y="1142681"/>
            <a:ext cx="9088118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562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680274-E289-4A3C-94E8-196D5CB4F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28" y="1006117"/>
            <a:ext cx="8449854" cy="2191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DDEDDA-E610-4B34-9F50-AF25339C2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42" y="3804771"/>
            <a:ext cx="9145276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43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B2C0B8-4C01-43B1-B09C-F08FC6594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30" y="1094564"/>
            <a:ext cx="9335803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848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04F2EB-C0D7-4C0C-8F80-694205D0E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72" y="1209365"/>
            <a:ext cx="9354856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610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8FDD53-907D-45AE-A235-3A0222A88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72" y="1533260"/>
            <a:ext cx="8992855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563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1BEF70-26D8-4618-9E0E-80B6989D6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51" y="1399892"/>
            <a:ext cx="9297698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6228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840670-AECA-4E86-A881-A9B197FFC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365" y="3233710"/>
            <a:ext cx="4801270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4193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EF8969-6B1D-4857-95DB-4FFEB0722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914" y="2333472"/>
            <a:ext cx="9288171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302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6CDFE6-54ED-49C9-B1C9-25E07DCB4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09" y="2333472"/>
            <a:ext cx="9183382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700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8DCC99-FC94-48D3-834D-3034988F9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098" y="1280812"/>
            <a:ext cx="9335803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6352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FD8803-D3BF-416B-A9FE-1ABB9F83A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42" y="2347761"/>
            <a:ext cx="7640116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93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CC1809-672E-4A15-B261-65D7D1B51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021" y="2209630"/>
            <a:ext cx="7039957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485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550277-2B04-419D-8E0B-0CDD5CCAC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62" y="2495419"/>
            <a:ext cx="8783276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6684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EDC041-98E7-4523-B2FB-F712031E9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61" y="2409682"/>
            <a:ext cx="9326277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08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EB1C09-930F-438F-A3F3-279198029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178" y="2333472"/>
            <a:ext cx="8735644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2916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2F3AB8-251A-42D5-AC61-E354C8E77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14" y="2057208"/>
            <a:ext cx="9469171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278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9EA62A-E9DE-4DBB-A4F5-7F76105E2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444" y="3138447"/>
            <a:ext cx="4925112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021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257E3D-771B-4BB9-970D-593D32011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26" y="547694"/>
            <a:ext cx="10174120" cy="2686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8847E3-98C0-4523-8F0F-77062536B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90" y="3429000"/>
            <a:ext cx="10297962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157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4C433F-B749-4115-9468-66A2BEDDB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72" y="814022"/>
            <a:ext cx="9354856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517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15A439-BD8F-46A7-ADE8-53F5D32C8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07" y="693495"/>
            <a:ext cx="8554644" cy="2010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12ED67-F206-497F-BEB9-6B143F5C6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22" y="2703551"/>
            <a:ext cx="9478698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30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18E361-D287-4820-BD0F-65D96444A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79" y="96306"/>
            <a:ext cx="9373908" cy="2476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30AC43-F60E-494D-ADCF-DEA839463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79" y="2275836"/>
            <a:ext cx="9793067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757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351C09-C6AD-4AA8-A444-E357C8D05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88" y="2357288"/>
            <a:ext cx="8764223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895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D797088-9BB2-42ED-B6A7-33A1FFA76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18117"/>
            <a:ext cx="4070555" cy="370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WALMART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NETFLIX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ROLLS-ROYCE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APIXIO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LOTUS F1 TEAM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PENDLETON &amp; SON BUTCHERS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 OLYMPIC WOMEN’S CYCLING TEAM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ZSL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FACEBOOK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25AAF-728B-42F8-9FDA-C24F2E705F85}"/>
              </a:ext>
            </a:extLst>
          </p:cNvPr>
          <p:cNvSpPr txBox="1"/>
          <p:nvPr/>
        </p:nvSpPr>
        <p:spPr>
          <a:xfrm>
            <a:off x="2890684" y="446124"/>
            <a:ext cx="468998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JOHN DEERE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ROYAL BANK OF SCOTLAND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LINKEDIN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ACXIOM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 IMMIGRATION AND CUSTOMS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ETSY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02AE7-9948-42F2-AF0B-A6EFB517D8F6}"/>
              </a:ext>
            </a:extLst>
          </p:cNvPr>
          <p:cNvSpPr txBox="1"/>
          <p:nvPr/>
        </p:nvSpPr>
        <p:spPr>
          <a:xfrm>
            <a:off x="2608006" y="4661968"/>
            <a:ext cx="61205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TERRA SEISMIC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TWITTER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UBER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ELECTRONIC ARTS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310545-21C9-4EDD-B949-2A94696219B3}"/>
              </a:ext>
            </a:extLst>
          </p:cNvPr>
          <p:cNvSpPr txBox="1"/>
          <p:nvPr/>
        </p:nvSpPr>
        <p:spPr>
          <a:xfrm>
            <a:off x="7197213" y="892302"/>
            <a:ext cx="345112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NARRATIVE SCIENCE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BBC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MILTON KEYNES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PALANTIR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AIRBNB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DICKEY’S BARBECUE PIT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CAESARS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FITBIT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RALPH LAUREN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ZYNGA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AUTODESK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WALT DISNEY PARKS AND RESORTS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 FOR LONDON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US GOVERNMENT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WATSON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</a:t>
            </a:r>
          </a:p>
        </p:txBody>
      </p:sp>
    </p:spTree>
    <p:extLst>
      <p:ext uri="{BB962C8B-B14F-4D97-AF65-F5344CB8AC3E}">
        <p14:creationId xmlns:p14="http://schemas.microsoft.com/office/powerpoint/2010/main" val="367270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110</Words>
  <Application>Microsoft Office PowerPoint</Application>
  <PresentationFormat>Widescreen</PresentationFormat>
  <Paragraphs>52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Calibri</vt:lpstr>
      <vt:lpstr>Calibri Light</vt:lpstr>
      <vt:lpstr>Gilroy</vt:lpstr>
      <vt:lpstr>Wingdings</vt:lpstr>
      <vt:lpstr>Office Theme</vt:lpstr>
      <vt:lpstr>Big Data in Industry-Use Cases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in Industry </dc:title>
  <dc:creator>Anvit Joshi</dc:creator>
  <cp:lastModifiedBy>Anvit Joshi</cp:lastModifiedBy>
  <cp:revision>12</cp:revision>
  <dcterms:created xsi:type="dcterms:W3CDTF">2025-01-07T07:24:17Z</dcterms:created>
  <dcterms:modified xsi:type="dcterms:W3CDTF">2025-01-07T08:21:57Z</dcterms:modified>
</cp:coreProperties>
</file>